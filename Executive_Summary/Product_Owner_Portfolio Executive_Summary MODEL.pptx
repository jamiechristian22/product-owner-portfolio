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 snapToObjects="1">
      <p:cViewPr varScale="1">
        <p:scale>
          <a:sx n="106" d="100"/>
          <a:sy n="106" d="100"/>
        </p:scale>
        <p:origin x="17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Product Owner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Data-Driven Product Strategy | Agile Execution | KPI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192F"/>
                </a:solidFill>
              </a:defRPr>
            </a:pPr>
            <a:r>
              <a:t>Core Product Owner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• Backlog Prioritization (RICE / MoSCoW)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• User Stories &amp; Acceptance Criteria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• Sprint Planning &amp; Agile Delivery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• Roadmap &amp; Release Strategy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• KPI Governance &amp; Funnel Optimization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• Stakeholder Alignment &amp; Executive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D82"/>
                </a:solidFill>
              </a:defRPr>
            </a:pPr>
            <a:r>
              <a:t>Jamie Christian | Product Owner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192F"/>
                </a:solidFill>
              </a:defRPr>
            </a:pPr>
            <a:r>
              <a:t>Impact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5CAF"/>
                </a:solidFill>
              </a:defRPr>
            </a:pPr>
            <a:r>
              <a:t>18%</a:t>
            </a:r>
          </a:p>
          <a:p>
            <a:pPr algn="ctr">
              <a:defRPr sz="1400">
                <a:solidFill>
                  <a:srgbClr val="212529"/>
                </a:solidFill>
              </a:defRPr>
            </a:pPr>
            <a:r>
              <a:t>Reduction in Checkout Abandonment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5CAF"/>
                </a:solidFill>
              </a:defRPr>
            </a:pPr>
            <a:r>
              <a:t>25%</a:t>
            </a:r>
          </a:p>
          <a:p>
            <a:pPr algn="ctr">
              <a:defRPr sz="1400">
                <a:solidFill>
                  <a:srgbClr val="212529"/>
                </a:solidFill>
              </a:defRPr>
            </a:pPr>
            <a:r>
              <a:t>Improvement in Reporting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5CAF"/>
                </a:solidFill>
              </a:defRPr>
            </a:pPr>
            <a:r>
              <a:t>40%</a:t>
            </a:r>
          </a:p>
          <a:p>
            <a:pPr algn="ctr">
              <a:defRPr sz="1400">
                <a:solidFill>
                  <a:srgbClr val="212529"/>
                </a:solidFill>
              </a:defRPr>
            </a:pPr>
            <a:r>
              <a:t>Increase in NPS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20040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5CAF"/>
                </a:solidFill>
              </a:defRPr>
            </a:pPr>
            <a:r>
              <a:t>22%</a:t>
            </a:r>
          </a:p>
          <a:p>
            <a:pPr algn="ctr">
              <a:defRPr sz="1400">
                <a:solidFill>
                  <a:srgbClr val="212529"/>
                </a:solidFill>
              </a:defRPr>
            </a:pPr>
            <a:r>
              <a:t>Page Speed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D82"/>
                </a:solidFill>
              </a:defRPr>
            </a:pPr>
            <a:r>
              <a:t>Jamie Christian | Product Owner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192F"/>
                </a:solidFill>
              </a:defRPr>
            </a:pPr>
            <a:r>
              <a:t>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Agile: Jira (Epics, Sprints, Roadmaps, Backlogs)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Analytics: Power BI, Tableau, Advanced Excel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Data: SQL (Joins, Aggregations, Funnel Queries), Python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Documentation: PRDs, Roadmaps, Stakeholder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D82"/>
                </a:solidFill>
              </a:defRPr>
            </a:pPr>
            <a:r>
              <a:t>Jamie Christian | Product Owner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192F"/>
                </a:solidFill>
              </a:defRPr>
            </a:pPr>
            <a: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Data-driven Product Owner focused on measurable product impact.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endParaRPr/>
          </a:p>
          <a:p>
            <a:pPr>
              <a:defRPr sz="1800">
                <a:solidFill>
                  <a:srgbClr val="212529"/>
                </a:solidFill>
              </a:defRPr>
            </a:pPr>
            <a:r>
              <a:t>I translate strategy into structured execution,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align cross-functional stakeholders,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and deliver sprint outcomes validated by performance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D82"/>
                </a:solidFill>
              </a:defRPr>
            </a:pPr>
            <a:r>
              <a:t>Jamie Christian | Product Owner Portfolio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8916"/>
            <a:ext cx="9144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192F"/>
                </a:solidFill>
              </a:defRPr>
            </a:pPr>
            <a:r>
              <a:t>Product Roadmap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7315200" cy="137160"/>
          </a:xfrm>
          <a:prstGeom prst="rect">
            <a:avLst/>
          </a:prstGeom>
          <a:solidFill>
            <a:srgbClr val="005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365760" cy="365760"/>
          </a:xfrm>
          <a:prstGeom prst="ellipse">
            <a:avLst/>
          </a:prstGeom>
          <a:solidFill>
            <a:srgbClr val="005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28600" y="358059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rPr dirty="0"/>
              <a:t>KPI Baseline &amp; Dashboard Launch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2560320"/>
            <a:ext cx="365760" cy="365760"/>
          </a:xfrm>
          <a:prstGeom prst="ellipse">
            <a:avLst/>
          </a:prstGeom>
          <a:solidFill>
            <a:srgbClr val="005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2011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580598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rPr dirty="0"/>
              <a:t>Checkout Optimization &amp; A/B Testing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2560320"/>
            <a:ext cx="365760" cy="365760"/>
          </a:xfrm>
          <a:prstGeom prst="ellipse">
            <a:avLst/>
          </a:prstGeom>
          <a:solidFill>
            <a:srgbClr val="005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5688" y="3595036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rPr dirty="0"/>
              <a:t>Performance Improvements &amp; UX Enhancements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560320"/>
            <a:ext cx="365760" cy="365760"/>
          </a:xfrm>
          <a:prstGeom prst="ellipse">
            <a:avLst/>
          </a:prstGeom>
          <a:solidFill>
            <a:srgbClr val="005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4825" y="3575784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rPr dirty="0"/>
              <a:t>Governance, Automation &amp;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D82"/>
                </a:solidFill>
              </a:defRPr>
            </a:pPr>
            <a:r>
              <a:t>Jamie Christian | Product Owner Portfolio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Dashboard Insight: Ecommerce Conversion Funnel</a:t>
            </a:r>
          </a:p>
        </p:txBody>
      </p:sp>
      <p:pic>
        <p:nvPicPr>
          <p:cNvPr id="5" name="Picture 4" descr="ecommerce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D82"/>
                </a:solidFill>
              </a:defRPr>
            </a:pPr>
            <a:r>
              <a:t>Jamie Christian | Product Owner Portfolio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192F"/>
                </a:solidFill>
              </a:defRPr>
            </a:pPr>
            <a:r>
              <a:t>How I Operate as a Product Owner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Strategy Alignment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Translate business goals into measurable outcomes</a:t>
            </a:r>
            <a:br/>
            <a:r>
              <a:t>• Define North Star metric &amp; KPI framework</a:t>
            </a:r>
            <a:br/>
            <a:r>
              <a:t>• Align roadmap to quarterly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Backlog Ownership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Prioritize using RICE / MoSCoW frameworks</a:t>
            </a:r>
            <a:br/>
            <a:r>
              <a:t>• Write structured user stories with acceptance criteria</a:t>
            </a:r>
            <a:br/>
            <a:r>
              <a:t>• Decompose initiatives into sprint-ready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64592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Sprint Execution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Lead planning &amp; backlog refinement sessions</a:t>
            </a:r>
            <a:br/>
            <a:r>
              <a:t>• Clarify scope before development begins</a:t>
            </a:r>
            <a:br/>
            <a:r>
              <a:t>• Protect sprint focus &amp; manage trade-offs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56616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Data-Driven Decisions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Monitor funnel &amp; performance KPIs</a:t>
            </a:r>
            <a:br/>
            <a:r>
              <a:t>• Identify drop-offs &amp; optimization opportunities</a:t>
            </a:r>
            <a:br/>
            <a:r>
              <a:t>• Convert insights into backlog priorities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566160"/>
            <a:ext cx="2377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Continuous Optimization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Run A/B experiments &amp; performance tests</a:t>
            </a:r>
            <a:br/>
            <a:r>
              <a:t>• Iterate based on real usage data</a:t>
            </a:r>
            <a:br/>
            <a:r>
              <a:t>• Scale successful features, sunset low-impact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D82"/>
                </a:solidFill>
              </a:defRPr>
            </a:pPr>
            <a:r>
              <a:t>Jamie Christian | Product Owner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360</Words>
  <Application>Microsoft Macintosh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2026-02-20T17:45:40Z</dcterms:modified>
  <cp:category/>
</cp:coreProperties>
</file>